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GradeWise Architecture &amp;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Jindal Stainless Steel Grade Selection</a:t>
            </a:r>
          </a:p>
          <a:p>
            <a:r>
              <a:t>Real-time 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modern decoupled Full-Stack Web Application</a:t>
            </a:r>
          </a:p>
          <a:p>
            <a:pPr lvl="1"/>
            <a:r>
              <a:t>Frontend: Next.js (React)</a:t>
            </a:r>
          </a:p>
          <a:p>
            <a:pPr lvl="2"/>
            <a:r>
              <a:t>Styling &amp; UI: Tailwind CSS, Framer Motion, Lenis, Three.js, Recharts</a:t>
            </a:r>
          </a:p>
          <a:p>
            <a:pPr lvl="1"/>
            <a:r>
              <a:t>Backend: Python (FastAPI)</a:t>
            </a:r>
          </a:p>
          <a:p>
            <a:pPr lvl="2"/>
            <a:r>
              <a:t>AI Engine: Groq / Gemini</a:t>
            </a:r>
          </a:p>
          <a:p>
            <a:pPr lvl="1"/>
            <a:r>
              <a:t>Dataset: JSON-based Stainless Steel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 &amp; Features:</a:t>
            </a:r>
          </a:p>
          <a:p>
            <a:pPr lvl="1"/>
            <a:r>
              <a:t>Framework: Next.js with React Three Fiber (3D graphics)</a:t>
            </a:r>
          </a:p>
          <a:p>
            <a:pPr lvl="1"/>
            <a:r>
              <a:t>Typography: Rajdhani, Manrope, Share Tech Mono</a:t>
            </a:r>
          </a:p>
          <a:p>
            <a:pPr lvl="1"/>
            <a:r>
              <a:t>Animations &amp; Experience:</a:t>
            </a:r>
          </a:p>
          <a:p>
            <a:pPr lvl="2"/>
            <a:r>
              <a:t>Morphing Spinners and Preloaders (Framer Motion)</a:t>
            </a:r>
          </a:p>
          <a:p>
            <a:pPr lvl="2"/>
            <a:r>
              <a:t>Interactive Background Video Component with strict state locking</a:t>
            </a:r>
          </a:p>
          <a:p>
            <a:pPr lvl="2"/>
            <a:r>
              <a:t>Smooth Scrolling via Lenis (SmoothScrollProvider)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Service Architecture</a:t>
            </a:r>
          </a:p>
          <a:p>
            <a:pPr lvl="1"/>
            <a:r>
              <a:t>Endpoints: /health, /recommend</a:t>
            </a:r>
          </a:p>
          <a:p>
            <a:pPr lvl="1"/>
            <a:r>
              <a:t>AI Strategy (Groq/Gemini):</a:t>
            </a:r>
          </a:p>
          <a:p>
            <a:pPr lvl="2"/>
            <a:r>
              <a:t>Reads grades.json to decide on 2-3 grade recommendations</a:t>
            </a:r>
          </a:p>
          <a:p>
            <a:pPr lvl="2"/>
            <a:r>
              <a:t>Strictly natural language trade-off analysis, no hallucinatory numbers</a:t>
            </a:r>
          </a:p>
          <a:p>
            <a:pPr lvl="1"/>
            <a:r>
              <a:t>Physics Engine (calculations.py):</a:t>
            </a:r>
          </a:p>
          <a:p>
            <a:pPr lvl="2"/>
            <a:r>
              <a:t>Provides deterministic numerical outputs (loads, deflections)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Jindal Stainless Steel Properties</a:t>
            </a:r>
          </a:p>
          <a:p>
            <a:pPr lvl="1"/>
            <a:r>
              <a:t>Source: GradeWise_Demo_Steel_Datasheet.xlsx</a:t>
            </a:r>
          </a:p>
          <a:p>
            <a:pPr lvl="1"/>
            <a:r>
              <a:t>Storage: backend/data/grades.json</a:t>
            </a:r>
          </a:p>
          <a:p>
            <a:pPr lvl="1"/>
            <a:r>
              <a:t>Loaded into memory via GRADES_BY_LABEL dictionary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